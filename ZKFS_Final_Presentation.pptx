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8B5CF6"/>
                </a:solidFill>
              </a:rPr>
              <a:t>Zero-Knowledge File System (ZKFS)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400">
                <a:solidFill>
                  <a:srgbClr val="A1A1AA"/>
                </a:solidFill>
              </a:rPr>
              <a:t>Next-Generation Privacy-Preserving Cloud Storage</a:t>
            </a:r>
          </a:p>
          <a:p>
            <a:pPr algn="ctr"/>
            <a:r>
              <a:rPr sz="2400">
                <a:solidFill>
                  <a:srgbClr val="A1A1AA"/>
                </a:solidFill>
              </a:rPr>
              <a:t>IIT Jammu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What is ZKFS?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E4E4E7"/>
                </a:solidFill>
              </a:defRPr>
            </a:pPr>
            <a:r>
              <a:t>A cloud storage platform where the server is completely blind to user data.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Files are encrypted and decrypted strictly on the client side (in-browser).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Eliminates the risk of server-side data breaches or insider threats.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Modern, premium, and dynamic UI powered by Next.js and Tailwind CSS.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The Problem with Traditional Cloud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E4E4E7"/>
                </a:solidFill>
              </a:defRPr>
            </a:pPr>
            <a:r>
              <a:t>Providers (like Google Drive, Dropbox) hold the encryption keys.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Your data can be scanned, analyzed, or handed over to third parties.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If the server is breached, user files are compromised.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Trust is centralized and inherently vulnerable.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Zero-Knowledge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E4E4E7"/>
                </a:solidFill>
              </a:defRPr>
            </a:pPr>
            <a:r>
              <a:t>Client-Side Cryptography: Uses WebCrypto API (AES-256-GCM).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Master Session Key: Derived from the user's secure Master Password using Argon2id.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Data Encryption Keys (DEKs): Each file gets a unique DEK.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Server only sees encrypted binary chunks and scrambled metadata.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Even if the database is leaked, data remains mathematically inaccessible.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Core Platform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E4E4E7"/>
                </a:solidFill>
              </a:defRPr>
            </a:pPr>
            <a:r>
              <a:t>Real-Time Streaming Encryption: Encrypts files in 5MB chunks to handle massive files without crashing RAM.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Passkey (WebAuthn) Support: Hardware-backed authentication and file encryption via PRF extensions.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Secure File Sharing: End-to-end encrypted sharing via ECDH (Elliptic Curve Diffie-Hellman) key exchange.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Offline Vault: Download the entire vault structure and decrypt it securely while offline.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Individual File Protection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E4E4E7"/>
                </a:solidFill>
              </a:defRPr>
            </a:pPr>
            <a:r>
              <a:t>Users can lock specific files with unique custom passwords.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Users can protect highly sensitive files using Hardware Passkeys (e.g., Touch ID, YubiKey).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File metadata (names, thumbnails) remains visible using the Master Key, but contents require the secondary authentication to download.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No single point of failure.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E4E4E7"/>
                </a:solidFill>
              </a:defRPr>
            </a:pPr>
            <a:r>
              <a:t>Frontend: React 18, Next.js 14, TypeScript, Tailwind CSS, Framer Motion.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Backend: Java 17, Spring Boot 3, Spring Security, JWT.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Storage &amp; DB: MinIO (S3-compatible Object Storage), PostgreSQL, Redis, Flyway Migrations.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Cryptography: WebCrypto API, Argon2id, SimpleWebAuthn.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Premium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E4E4E7"/>
                </a:solidFill>
              </a:defRPr>
            </a:pPr>
            <a:r>
              <a:t>Glassmorphism Design: Sleek dark mode with vibrant violet and glass accents.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Dynamic Micro-animations: Powered by Framer Motion for highly responsive interactions.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Live Upload Tracker: Granular chunk-level progress bars during streaming encryption.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Drag &amp; Drop File Management: Intuitive folder creation, moving, and organizing.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E4E4E7"/>
                </a:solidFill>
              </a:defRPr>
            </a:pPr>
            <a:r>
              <a:t>ZKFS successfully demonstrates that extreme security does not require sacrificing user experience.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Successfully eliminates server-side vulnerabilities through purely local cryptography.</a:t>
            </a:r>
          </a:p>
          <a:p>
            <a:pPr>
              <a:defRPr sz="2000">
                <a:solidFill>
                  <a:srgbClr val="E4E4E7"/>
                </a:solidFill>
              </a:defRPr>
            </a:pPr>
            <a:r>
              <a:t>Future Scope: Mobile application, collaborative real-time encrypted document editing, and blockchain-based audit logging.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8B5CF6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400">
                <a:solidFill>
                  <a:srgbClr val="A1A1AA"/>
                </a:solidFill>
              </a:rP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476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Zero-Knowledge File System (ZKFS)</vt:lpstr>
      <vt:lpstr>What is ZKFS?</vt:lpstr>
      <vt:lpstr>The Problem with Traditional Cloud Storage</vt:lpstr>
      <vt:lpstr>Zero-Knowledge Architecture</vt:lpstr>
      <vt:lpstr>Core Platform Features</vt:lpstr>
      <vt:lpstr>Individual File Protection Options</vt:lpstr>
      <vt:lpstr>Technology Stack</vt:lpstr>
      <vt:lpstr>Premium User Experience</vt:lpstr>
      <vt:lpstr>Conclusion &amp; 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 Prakash</cp:lastModifiedBy>
  <cp:revision>2</cp:revision>
  <dcterms:created xsi:type="dcterms:W3CDTF">2013-01-27T09:14:16Z</dcterms:created>
  <dcterms:modified xsi:type="dcterms:W3CDTF">2026-07-29T20:11:15Z</dcterms:modified>
  <cp:category/>
</cp:coreProperties>
</file>